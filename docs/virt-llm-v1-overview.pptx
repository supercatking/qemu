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ab87ed838e4790" /><Relationship Type="http://schemas.openxmlformats.org/officeDocument/2006/relationships/extended-properties" Target="/docProps/app.xml" Id="R88245f01e8634385" /><Relationship Type="http://schemas.openxmlformats.org/officeDocument/2006/relationships/officeDocument" Target="/ppt/presentation.xml" Id="Re815b5e4580347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cc73a2009f4d98"/>
  </p:sldMasterIdLst>
  <p:notesMasterIdLst>
    <p:notesMasterId xmlns:r="http://schemas.openxmlformats.org/officeDocument/2006/relationships" r:id="Rd36dbde07ea049df"/>
  </p:notesMasterIdLst>
  <p:sldIdLst>
    <p:sldId xmlns:r="http://schemas.openxmlformats.org/officeDocument/2006/relationships" id="256" r:id="R3fba4c7a41ee4869"/>
    <p:sldId xmlns:r="http://schemas.openxmlformats.org/officeDocument/2006/relationships" id="257" r:id="R3eec31f6978f42ea"/>
    <p:sldId xmlns:r="http://schemas.openxmlformats.org/officeDocument/2006/relationships" id="258" r:id="R1d2757da46284e32"/>
    <p:sldId xmlns:r="http://schemas.openxmlformats.org/officeDocument/2006/relationships" id="259" r:id="R40b18bfeab8a4e8d"/>
    <p:sldId xmlns:r="http://schemas.openxmlformats.org/officeDocument/2006/relationships" id="260" r:id="Raaa96950d83d4cb7"/>
    <p:sldId xmlns:r="http://schemas.openxmlformats.org/officeDocument/2006/relationships" id="261" r:id="Rd310da985927457a"/>
    <p:sldId xmlns:r="http://schemas.openxmlformats.org/officeDocument/2006/relationships" id="262" r:id="Ref194f894a8a44f5"/>
    <p:sldId xmlns:r="http://schemas.openxmlformats.org/officeDocument/2006/relationships" id="263" r:id="R92c54ad567974e4d"/>
    <p:sldId xmlns:r="http://schemas.openxmlformats.org/officeDocument/2006/relationships" id="264" r:id="R4520d93fc4a0448f"/>
    <p:sldId xmlns:r="http://schemas.openxmlformats.org/officeDocument/2006/relationships" id="265" r:id="R3473b2c9778c4542"/>
    <p:sldId xmlns:r="http://schemas.openxmlformats.org/officeDocument/2006/relationships" id="266" r:id="R86f8232da3f84635"/>
    <p:sldId xmlns:r="http://schemas.openxmlformats.org/officeDocument/2006/relationships" id="267" r:id="R6cf2cb4c99264a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c73a2009f4d98" /><Relationship Type="http://schemas.openxmlformats.org/officeDocument/2006/relationships/theme" Target="/ppt/theme/theme1.xml" Id="R0ba64f8f22ff436e" /><Relationship Type="http://schemas.openxmlformats.org/officeDocument/2006/relationships/notesMaster" Target="/ppt/notesMasters/notesMaster1.xml" Id="Rd36dbde07ea049df" /><Relationship Type="http://schemas.openxmlformats.org/officeDocument/2006/relationships/presProps" Target="/ppt/presProps.xml" Id="Re1284f20a6c04b5d" /><Relationship Type="http://schemas.openxmlformats.org/officeDocument/2006/relationships/viewProps" Target="/ppt/viewProps.xml" Id="Rd7bfbf1181504159" /><Relationship Type="http://schemas.openxmlformats.org/officeDocument/2006/relationships/tableStyles" Target="/ppt/tableStyles.xml" Id="R74904a0d94ce4fef" /><Relationship Type="http://schemas.openxmlformats.org/officeDocument/2006/relationships/slide" Target="/ppt/slides/slide1.xml" Id="R3fba4c7a41ee4869" /><Relationship Type="http://schemas.openxmlformats.org/officeDocument/2006/relationships/slide" Target="/ppt/slides/slide2.xml" Id="R3eec31f6978f42ea" /><Relationship Type="http://schemas.openxmlformats.org/officeDocument/2006/relationships/slide" Target="/ppt/slides/slide3.xml" Id="R1d2757da46284e32" /><Relationship Type="http://schemas.openxmlformats.org/officeDocument/2006/relationships/slide" Target="/ppt/slides/slide4.xml" Id="R40b18bfeab8a4e8d" /><Relationship Type="http://schemas.openxmlformats.org/officeDocument/2006/relationships/slide" Target="/ppt/slides/slide5.xml" Id="Raaa96950d83d4cb7" /><Relationship Type="http://schemas.openxmlformats.org/officeDocument/2006/relationships/slide" Target="/ppt/slides/slide6.xml" Id="Rd310da985927457a" /><Relationship Type="http://schemas.openxmlformats.org/officeDocument/2006/relationships/slide" Target="/ppt/slides/slide7.xml" Id="Ref194f894a8a44f5" /><Relationship Type="http://schemas.openxmlformats.org/officeDocument/2006/relationships/slide" Target="/ppt/slides/slide8.xml" Id="R92c54ad567974e4d" /><Relationship Type="http://schemas.openxmlformats.org/officeDocument/2006/relationships/slide" Target="/ppt/slides/slide9.xml" Id="R4520d93fc4a0448f" /><Relationship Type="http://schemas.openxmlformats.org/officeDocument/2006/relationships/slide" Target="/ppt/slides/slide10.xml" Id="R3473b2c9778c4542" /><Relationship Type="http://schemas.openxmlformats.org/officeDocument/2006/relationships/slide" Target="/ppt/slides/slide11.xml" Id="R86f8232da3f84635" /><Relationship Type="http://schemas.openxmlformats.org/officeDocument/2006/relationships/slide" Target="/ppt/slides/slide12.xml" Id="R6cf2cb4c99264a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8bcd044fa144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fc90250e9b4b28" /><Relationship Type="http://schemas.openxmlformats.org/officeDocument/2006/relationships/notesMaster" Target="/ppt/notesMasters/notesMaster1.xml" Id="R2e7b86982d7f44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2c759da6e04203" /><Relationship Type="http://schemas.openxmlformats.org/officeDocument/2006/relationships/notesMaster" Target="/ppt/notesMasters/notesMaster1.xml" Id="Rb3fec353f13c4a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92ceb3ce842ab" /><Relationship Type="http://schemas.openxmlformats.org/officeDocument/2006/relationships/notesMaster" Target="/ppt/notesMasters/notesMaster1.xml" Id="R307a77cc9ad94d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4edd2aa3d44e2c" /><Relationship Type="http://schemas.openxmlformats.org/officeDocument/2006/relationships/notesMaster" Target="/ppt/notesMasters/notesMaster1.xml" Id="R93f72f383ac646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3b2404801f4172" /><Relationship Type="http://schemas.openxmlformats.org/officeDocument/2006/relationships/notesMaster" Target="/ppt/notesMasters/notesMaster1.xml" Id="Rd55b196360694b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3e50131ad548a7" /><Relationship Type="http://schemas.openxmlformats.org/officeDocument/2006/relationships/notesMaster" Target="/ppt/notesMasters/notesMaster1.xml" Id="R9f179a19103a4a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48527ed91e44ab" /><Relationship Type="http://schemas.openxmlformats.org/officeDocument/2006/relationships/notesMaster" Target="/ppt/notesMasters/notesMaster1.xml" Id="R5742245d98d44f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37de1b87a4945" /><Relationship Type="http://schemas.openxmlformats.org/officeDocument/2006/relationships/notesMaster" Target="/ppt/notesMasters/notesMaster1.xml" Id="R745bba6125be42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e0fec56173407c" /><Relationship Type="http://schemas.openxmlformats.org/officeDocument/2006/relationships/notesMaster" Target="/ppt/notesMasters/notesMaster1.xml" Id="R48e4ca3ddfa84f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30e857ce614d58" /><Relationship Type="http://schemas.openxmlformats.org/officeDocument/2006/relationships/notesMaster" Target="/ppt/notesMasters/notesMaster1.xml" Id="R503859cd5aa242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2659e8f54d4152" /><Relationship Type="http://schemas.openxmlformats.org/officeDocument/2006/relationships/notesMaster" Target="/ppt/notesMasters/notesMaster1.xml" Id="R1d4dfb3ac66847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bca90552d94808" /><Relationship Type="http://schemas.openxmlformats.org/officeDocument/2006/relationships/notesMaster" Target="/ppt/notesMasters/notesMaster1.xml" Id="Ra8a9326114af45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4dad1b02946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32d5f1b1e4b43fa" /><Relationship Type="http://schemas.openxmlformats.org/officeDocument/2006/relationships/slideLayout" Target="/ppt/slideLayouts/slideLayout2.xml" Id="R7ef3ea19026d4b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f3ea19026d4b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f01464640d4deb" /><Relationship Type="http://schemas.openxmlformats.org/officeDocument/2006/relationships/notesSlide" Target="/ppt/notesSlides/notesSlide1.xml" Id="R1b6c00dbf6a240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107404aee34f75" /><Relationship Type="http://schemas.openxmlformats.org/officeDocument/2006/relationships/notesSlide" Target="/ppt/notesSlides/notesSlide2.xml" Id="R0491f60a55c2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186acbc8744892" /><Relationship Type="http://schemas.openxmlformats.org/officeDocument/2006/relationships/notesSlide" Target="/ppt/notesSlides/notesSlide3.xml" Id="R33e0ccb1afa343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760c2a9fc44412" /><Relationship Type="http://schemas.openxmlformats.org/officeDocument/2006/relationships/notesSlide" Target="/ppt/notesSlides/notesSlide4.xml" Id="R8dfd3400f3ef49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09cdd42d7e4769" /><Relationship Type="http://schemas.openxmlformats.org/officeDocument/2006/relationships/notesSlide" Target="/ppt/notesSlides/notesSlide5.xml" Id="R762caebb13f34e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b35dc285a84e00" /><Relationship Type="http://schemas.openxmlformats.org/officeDocument/2006/relationships/notesSlide" Target="/ppt/notesSlides/notesSlide6.xml" Id="R2e68f23dcc3547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a9d85cd32243c9" /><Relationship Type="http://schemas.openxmlformats.org/officeDocument/2006/relationships/notesSlide" Target="/ppt/notesSlides/notesSlide7.xml" Id="Ra65d207b84b44c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86f2198e84d0a" /><Relationship Type="http://schemas.openxmlformats.org/officeDocument/2006/relationships/notesSlide" Target="/ppt/notesSlides/notesSlide8.xml" Id="R4692b475560c40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8391e5250456b" /><Relationship Type="http://schemas.openxmlformats.org/officeDocument/2006/relationships/notesSlide" Target="/ppt/notesSlides/notesSlide9.xml" Id="Reba668f887c04a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013a386b864914" /><Relationship Type="http://schemas.openxmlformats.org/officeDocument/2006/relationships/notesSlide" Target="/ppt/notesSlides/notesSlide10.xml" Id="Rd021a6bea0004f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7ea0152b644a4" /><Relationship Type="http://schemas.openxmlformats.org/officeDocument/2006/relationships/notesSlide" Target="/ppt/notesSlides/notesSlide11.xml" Id="Raba145e7e6374b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910bc2c0ac43ec" /><Relationship Type="http://schemas.openxmlformats.org/officeDocument/2006/relationships/notesSlide" Target="/ppt/notesSlides/notesSlide12.xml" Id="Ra434ab48bd5744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EA587-43A1-4A61-98BC-9B0198DA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57278-7A0D-4E7E-AFAF-1443B674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02AD9-D408-4BD8-A2ED-4CDA477F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PCIe LLM accelerator simulator with queues, DMA, tensor/vector backends, and Qwen per-op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F7B26-E752-4F36-B8A0-6A117278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03204-F68C-45ED-A243-C42A983F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PCIe endpoint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4A4A7-AD2D-4530-B762-0B4AA86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2114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BAR0 MMIO, MSI/MSI-X, Linux driver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CCD6D-2F5E-42C1-BB64-5B3D666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59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8CA1F-ECC3-431A-AC18-5A7AF5E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Command ABI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9F77D-DA6A-4A8D-B86E-390DB7AB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8100"/>
            <a:ext cx="2114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SQ/CQ descriptors, DMA buffers, completions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CB4ED-BA83-4E60-BBA2-5C8BC03B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3A12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96C56-BDF0-49F0-8B88-DC1CD97E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Compute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4C70F-1524-49B5-A742-C93596F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48100"/>
            <a:ext cx="2114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Scalar, vector, tensor backend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017F7-EFA7-4B47-A8DD-E5685730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2A75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D3BBC-EF6B-4588-926B-CA9365DE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Qwen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926A2-43EB-4E3C-A75B-5AF319C3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48100"/>
            <a:ext cx="2114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24-layer FP32 per-op smoke decode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08767-F2F8-4042-92A5-CA6CEB42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V1.0 tag is on both repositories: supercatking/qemu and supercatking/linux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08952-1FCF-4973-B170-94CF1A17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90FCF-0F68-4F89-B24B-BE19B350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2666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C1DB6-B4E2-4AE5-A667-020903AB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9BC42-248A-43D0-8995-3325A5A4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52819-ACDF-4236-8A36-F4A9DC46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V1.0 is an end-to-end interface milestone, not a performance simulator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BE9A7-2B38-459E-AD5E-2534DEF7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93ECA-726F-4F1A-BC3A-EDB5A21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PCIe device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A734A-1957-4519-9CAC-1701E4B1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4958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Enumerates in Linux as a PCI endpoint with BAR0 registers and interrupt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C1F25-5636-4AB2-BF1B-067CA996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AF695-2822-43CF-B7D4-60E81152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24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BAR + IRQ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5C68F-F6B9-4C7B-B38F-9D38E925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D4A0A-0D0E-4E84-AE7B-D19A5F89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Queue ABI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D0F40-B844-41B9-A0AC-0D1D6254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44958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Guest submits descriptors through SQ and receives status through CQ.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603D3-F90B-4474-AB2F-3BED638A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7D47C-47A1-4CB4-813D-72F1CD4A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SQ / CQ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D1D75-CE88-4423-9E48-DEDFD834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FC3A3-B2DD-446B-9153-564534B3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Backend 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A25D2-78BD-464F-B479-FD8C8492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44958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Scalar dispatcher, vector helpers, and tensor backend represent accelerator blocks.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3418B-670A-4761-87B0-5562EC66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67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ADAB2-E76B-4C18-A923-9AD7BA93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338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OPCODE -&gt; 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2C2AB-A18B-4AFF-8DA0-A92D546A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1C794-3B07-4E6B-AC15-6EDB6BCB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Qwen per-op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F11B3-81F2-4294-B454-1339A3E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48100"/>
            <a:ext cx="44958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Qwen2.5-0.5B style graph runs through explicit hardware commands.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C3DB34-F992-42B9-8CED-67793E9C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43A32-8C50-4C3F-9210-045F8878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338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24 layers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4B0FA-E327-460C-B3F6-AFF0C11F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Reader takeaway: V1.0 proves the contract between guest software and a simulated LLM accelerator.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815D6-2EC1-4EC7-8F86-8F07E3A2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342FA-59F9-43BF-95AB-9D750F76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19783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F5E3D-F01D-4E39-ABC3-90CDF0BA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6E51D-1B41-44D4-B4FC-09A66157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D3A50-999C-4D5A-AD34-4807EECC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System architecture separates guest Linux, PCIe device model, and host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CB6F7-5338-42D0-B32B-DFE68D24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857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1EF8D-4BE6-49C5-889E-E784DBF2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Guest Linux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22166-3986-4B77-9C3C-AEFC4E83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/dev/virt_llm0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virt_llm_pci driver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coherent DMA buffers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freestanding test/runtime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0BA68-A5F3-4E14-A5AB-3547D49A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3825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33CE7-D7AC-4209-917E-878A5C9A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52550"/>
            <a:ext cx="2876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virt-llm PCIe device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F8E79-62C4-41E1-8EF8-6F6C98E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57350"/>
            <a:ext cx="28765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BAR0 registers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SQ/CQ engine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DMA helper calls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opcode dispatcher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IRQ completion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198AB-CC18-4BD9-98EE-7A1870EA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857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0F7C9-8644-41BC-90E5-61859BFB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Host QEMU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5EA98-6645-4CA7-8835-6154DB01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193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hw/misc/virt_llm.c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QEMU PCI DMA API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host heap temp buffers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safetensors file read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CPU 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2C11F-4AAA-47D3-AA40-4CC021FF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6220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8F03E-58D6-444D-B9E8-7892B447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01D2C-DDC3-434C-B157-7B82E209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526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MMIO kick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0EA4C-470B-4B88-9CD1-5DD838A2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0995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60CF0-297B-432B-BEB9-F95CF1BE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52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5E0A9-C120-47F4-AAE7-82033FD3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CQ + IRQ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AB041-268D-4E77-B3EF-8BAD1E25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885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EC182-BA13-4F10-9082-7E208389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B9E32-9130-44C0-B403-08D5AC14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device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E1EF5-C189-4162-AA36-AEFF0BB4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09950"/>
            <a:ext cx="885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DA858-7496-4E76-9EFD-39B814D7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52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EDA0D-870D-4224-875A-B82AA91B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3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3"/>
                </a:solidFill>
                <a:latin typeface="Aptos"/>
                <a:ea typeface="Aptos"/>
                <a:cs typeface="Aptos"/>
              </a:rPr>
              <a:t>DMA copy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F6F36E-A3CA-4890-9D29-CAB235B0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97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EE771-E4E6-4304-986C-093BD937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864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QEMU machine: riscv32 virt, Linux 6.12, -device virt-llm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17565E-7051-4EEB-8AEA-B51EB7A2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CCC54-17B1-43D2-9903-EC581F00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35954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A74E18-9B68-4636-BF34-D9BC85C3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31A22-917D-4CBB-AF1C-CEB39A40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79A1A-D90E-440E-86F2-1324544B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Inside the virtual accelerator: control plane, data plane, and compute backends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C0D77-7BB6-49EB-8B2A-5F4433AB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238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42222-66E7-4642-B707-FED5D92A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PCIe endpoint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7226C-045E-4115-93FB-737B0865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1971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BARs, device id, interrupts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151D0-376B-4603-B417-D4660D1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238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6B36A-C21C-423B-A38C-A1E92683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335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BAR0 MMIO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8BB53-C151-4F92-9367-A1F59671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1971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register block, queue 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7A22-7EA8-4E1F-B553-AA34063E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238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5B49C-DAF3-447A-9E41-B5C13385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DMA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80161-41E5-456C-9E25-65D271C3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1971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pci_dma_read/write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76B3D-CE2A-4645-88C3-318C6D43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238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4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E4DA0-AF82-4452-B945-1581ECE2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335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SQ / CQ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B6E4F-58A4-4C92-A938-80C77234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1971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descriptor and completion rings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30A04-59C2-4225-BA85-A9BB1041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238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CF67B-BC25-4C36-A652-96263CFA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Scalar dispatcher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49D6F-FF8B-47C4-BCBC-D6DD0E8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1971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kernel ABI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EA0C1-9EF5-457F-9A76-1F1BEFCF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2238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27771-77BA-4CD5-BF6C-70CFF355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Vector 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1F13C-86F3-4FB5-B746-FA0EF926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33850"/>
            <a:ext cx="1971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RMSNorm, RoPE, ADD, SwiGLU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38A51-0BE9-4280-B1AD-777989B1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238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19339-2094-4D78-8239-007AA905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Tensor 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C6F1C1-D826-4167-BB31-004A253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1971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GEMM, LM head, GQA attention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DE4F3-7CEF-4626-83E3-131E7A59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238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6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31313-827C-49A7-A2E8-71D2A44B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29050"/>
            <a:ext cx="1971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Model loader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27E11-A580-43AD-ABB2-61FF1F74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33850"/>
            <a:ext cx="1971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Qwen tensor table, lazy BF16-&gt;FP32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4D1CE-BF5B-4E2A-AB79-19186DBE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193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12D46-95D3-47ED-8E5C-120CF24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621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60311B-60A6-4313-8D1D-FDCA1BD3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193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608542-5944-47AB-BD59-A222298F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621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B53E63-F455-41E0-9798-55516DA6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193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4476DA-15A0-4DB7-B5C7-3711CDAD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621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3A20BF-E2A2-4D38-85C4-D5622271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148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EE4079-FE35-4BC1-99A6-C042F487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57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F8954D-3DA4-4952-A6D6-3EB4B763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148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B865C8-3182-4072-98ED-135854C0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57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B38E60-BB33-472D-B970-5B2C90F7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14825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5C40AF-CDEC-4228-AC43-92F92FF3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57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BEEC31-3386-429D-887D-2C1322C3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888D63-7642-4FF2-B37F-FE224613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63867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2305D-B4CF-4D42-85E2-1B945A3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F75C1-C311-4282-8EEE-F9F7C7FB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1B2F6-E161-4D2E-AD00-D8B28E2A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V1.0 models the software contract; several hardware resources are still abstracted 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6F09D-267D-4330-B676-3DB4BFFC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92ADB-70F1-4318-903B-63F12D9B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Explicitly modeled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79F7C-4D75-4509-826D-6B2BEF5C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44958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+ PCIe endpoint and BAR0 registers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+ SQ/CQ command completion flow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+ DMA read/write semantics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+ INTx, MSI, MSI-X notification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+ Scalar, vector, tensor backend routing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+ Qwen safetensors metadata and lazy weights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3367C-CB12-436E-8727-962A6173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E6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D40EE-E236-4C36-A9C7-9F5A840C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764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Not modeled in V1.0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FA733-6B56-4EE8-BA13-C844E08D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44958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- Device-side DDR/HBM/GDDR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- SRAM, scratchpad, tile buffers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- Tensor-core pipeline timing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- PCIe bandwidth and latency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- Asynchronous command overlap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- KV cache residency and allocator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6B66C-1A9D-40C0-81E4-92255972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Current activation memory is guest coherent DMA memory; op execution copies tensors into QEMU heap buffers.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74A28-51C4-4E64-B3AA-3C483A53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887C5-ADBF-46EC-8492-20517F2B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23386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685D5-69CA-499A-A15C-D5B4E581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7F350-922B-4D21-A418-033BA421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DAA6D-1741-4992-BA66-2053B8AB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BAR0 is the control plane: identity, queue setup, interrupts, and kernel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F0E21-047C-4046-915F-9BF0D34F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9202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1A477-3A1E-4BEC-9B9A-5BE0E1C9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47825"/>
            <a:ext cx="17487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30C45-B615-4C45-9E60-468E5C5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1581150"/>
            <a:ext cx="25603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74E7B-32E1-4B7A-A7E6-45457065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65" y="1647825"/>
            <a:ext cx="238887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7C832-8A77-40C2-8460-18FBF896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1581150"/>
            <a:ext cx="6187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FB019-52E4-423E-A300-C150BAAE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1647825"/>
            <a:ext cx="6015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Registers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CAB8F-E5E3-47A2-A9CE-75BBED5E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9202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B356E-9493-4B8D-8301-9D662361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00275"/>
            <a:ext cx="17487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0x00-0x10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B2202-C2E2-4925-9169-59960418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2133600"/>
            <a:ext cx="25603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5B9EE-967D-430C-A04C-6C7DCA6B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65" y="2200275"/>
            <a:ext cx="238887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6076C-0BE4-4773-89B5-45A84877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133600"/>
            <a:ext cx="6187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6A0AB-AA19-45B1-932C-7BD7BA8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2200275"/>
            <a:ext cx="6015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MAGIC, VERSION, STATUS,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23805-D935-4FE4-8D55-70AB7F59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9202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DFE3F-5383-40CE-A024-FA9D7EC4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52725"/>
            <a:ext cx="17487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0x14-0x24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1BEA1-4B72-448D-8332-3B222003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2686050"/>
            <a:ext cx="25603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B6DC3-BBEA-49DC-AF72-195CB26B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65" y="2752725"/>
            <a:ext cx="238887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Submit queue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64B7F-5EF9-4FCC-839F-1110A373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2686050"/>
            <a:ext cx="6187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5053E-32E8-48B9-AE5A-F8418F63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2752725"/>
            <a:ext cx="6015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Q_SIZE, Q_LO, Q_HI, Q_HEAD, Q_TAIL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F3D952-3067-4DA4-BD11-FC58B295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9202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AECC5-6576-45D5-8487-58572EE0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05175"/>
            <a:ext cx="17487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0x28-0x30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EE3AA-9C66-4270-915B-63EDE827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3238500"/>
            <a:ext cx="25603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7CED7-B3FC-4C76-837A-17F16A88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65" y="3305175"/>
            <a:ext cx="238887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Interrupt and kick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A01C3-13C1-4A21-A24C-6F39FB43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238500"/>
            <a:ext cx="6187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B05A2-BAC1-4A93-9D43-3CA6DA97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3305175"/>
            <a:ext cx="6015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IRQ_STS, IRQ_MASK, COMMAND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C2321-5272-4F57-85EC-477A4EC5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9202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EA1D2-3ABC-46AB-91B8-72363EA3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857625"/>
            <a:ext cx="17487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0x34-0x4c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43C618-7B8B-4E1E-8F02-A2E46A16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3790950"/>
            <a:ext cx="25603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1D88E-3899-4358-983A-FD64500E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65" y="3857625"/>
            <a:ext cx="238887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Device limits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9CEC3D-EF85-4338-9F88-E414C41B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790950"/>
            <a:ext cx="6187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D83453-9290-4F2E-8948-ECDBBC98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3857625"/>
            <a:ext cx="6015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ABI, Q_MAX, XFER_MAX, IRQ_VEC, Q_CTRL, Q_STATUS, Q_ERROR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E9970D-F271-4572-BC23-B7350F95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9202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516B95-0357-4851-90C1-E9D9D261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10075"/>
            <a:ext cx="17487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0x50-0x60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761B42-BB7C-4CE5-8E45-01618A00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343400"/>
            <a:ext cx="25603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682D0F-E8DA-4B0E-B746-EC487C13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65" y="4410075"/>
            <a:ext cx="238887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Completion queue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000C27-1488-4268-9BE1-099EF051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4343400"/>
            <a:ext cx="6187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1083B7-E111-453D-96A2-6CB28E74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4410075"/>
            <a:ext cx="6015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CQ_SIZE, CQ_LO, CQ_HI, CQ_HEAD, CQ_TAIL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D8C445-CE49-4C60-9106-F5344B18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9202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5D27D3-376D-4236-983B-DB9BB4A4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62525"/>
            <a:ext cx="17487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0x64-0x8c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DB121B-2462-4812-A3F3-ADD9B667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895850"/>
            <a:ext cx="25603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BA171B-7FA1-41B3-A32F-D1391B02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65" y="4962525"/>
            <a:ext cx="238887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Scalar metadata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1DEC6D-890A-43D5-B902-AE8490F4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4895850"/>
            <a:ext cx="618744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4C7EC7-F069-4C50-B925-93C3D49E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285" y="4962525"/>
            <a:ext cx="6015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SCALAR_STATUS, KERNEL_ID, KERNEL_OPCODE, ABI, ENTRY, SIZE, CHECKSUM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7A5E92-8587-41F3-9131-635D82C3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9EB13F-4BE8-417F-B443-4070F75C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BAR0: 4 KiB little-endian MMIO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3045F7-2BEF-4486-A305-E748FF79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911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solidFill>
              <a:srgbClr val="E8F0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FD12AA-2F40-4A84-B268-665D70CF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57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BAR1: MSI-X table/PBA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08D2A2-76A8-41A8-99F3-4FA771E1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4"/>
          </a:solidFill>
          <a:ln xmlns:a="http://schemas.openxmlformats.org/drawingml/2006/main" w="0">
            <a:solidFill>
              <a:srgbClr val="E4F7F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B847FF-A290-4E6A-BB4C-66FEA3C6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57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Device ID: 0x1100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EC98B7-64C2-41BB-B83E-0A5D5FD0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911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solidFill>
              <a:srgbClr val="FFF3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BAA14B-74A9-4D21-B897-FF90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57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Magic: LLM1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6E6189-7E08-4246-9CD8-8AD6C4E6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96A0EC-FD44-499C-BD75-6179F9AF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65944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0F0A35-48F7-4548-B82F-7A29610E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5161B-8091-4134-B76F-68B7C00B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7AE1-2FE6-409B-8C49-A13EA1F8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Command submission is a ring-buffer protocol with explicit completions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E790A-CA0A-4225-8269-208BD88D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E6796-4DB5-4F61-A6AF-8AE21F00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1. userspace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83547-5DEF-4DE5-80D1-03B192C5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mmap DMA buffer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301FB-192B-452B-B294-807759E1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B706C-B280-4824-8DC4-E6A762E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859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21618-5EAD-4D59-98A7-810CE405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0A51E-C4EA-46B1-B206-0F7C54E6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38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2. userspace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5543D-F601-40C9-A75C-F16CA9B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431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fill tensor_req +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B107C-EE8E-4B35-8848-D69AC410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39199-B1AB-43D9-85ED-72BF7EB3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E8C1B-B6A9-47A0-883C-E4BA38EA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2B2EE-425E-4CFD-89FD-41448463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38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3. driver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6BAAC-6AFA-4D58-A1E0-A6E0D30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handle -&gt; DMA addr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30C0D-539A-4BF2-A3D2-B7F0641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431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B0962A-DCE5-46C7-B2C9-E7BE3639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AB0B0-FAEC-424A-B28E-9AA196FB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65CC5-00B8-411A-839A-E41B015B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38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4. driver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16E21-C2B0-493B-A9AF-475B2D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431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write SQ desc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8B34F-34FF-473F-8FF6-2ED7F407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7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00D18-D700-42D9-8A0E-666BAD95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5. BAR0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23E93-476D-46F7-88E8-705CACA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Q_TAIL + KICK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9E57F-C10F-4D66-8476-792A394A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71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CA0B3C-896E-4A40-8A19-29D7424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147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48981-E9FB-4CA8-B325-9EA1383F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B5A986-F1FA-4CEC-AFF6-CAE9311A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670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6. QEMU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104B52-F5D2-4D71-A946-25C95E6B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718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read descriptor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A30DB2-5DE4-4E44-AB5D-94ADD51C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71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79A393-A129-4305-9DCC-85CA8EAE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90FA6-E540-4C14-B6DF-0C00F4F9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6D038-A9F9-4A8C-B38A-D224AB49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7. backend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106A56-FBB9-424F-A85C-FAA31E8D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execute 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15649F-46F5-4ABF-8995-0A29658B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71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2D314C-8C09-4B32-BD6D-2DE90D78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49D92B-14A9-49E8-9793-564ED87F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B07526-DE0C-4EF6-9463-46356529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670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8. QEMU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F2EE6B-18C3-4DE1-94D1-C73AB027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7185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write output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4CB19B-4C16-459F-8113-CE6ABD6F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DCB5B-CDF2-47CA-9775-3EB568F8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9. QEMU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FFFAAC-2E7B-463D-81FC-C97EC051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write CQ entry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F7DD00-17AD-4AF3-A7B2-2272F7C3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006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EF836B-24B9-4BE9-A196-D43A617B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43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B0039B-B8EF-4173-9547-E0F25B82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815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BE960E-126D-4630-959E-856757C1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95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10. IRQ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7009C5-A3F6-4CB8-BF71-2E35A27C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006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notify guest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93A299-6CD8-4ADD-A940-E7BC8C53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006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A04C07-86AC-456A-9617-78EA63E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43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01B225-9A6A-4B22-8468-C873415D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A7032B-C186-413C-A7FD-86273858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11. userspace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0C59F6-4DBF-4C92-A14B-FFDCFD52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WAIT_CQ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BC36C3-EC9B-4F7B-B33D-6ADF330E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006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F6273A-3CE8-4066-ABE5-3E890B94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43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67BC6D-A4BB-4197-BB85-699E32C6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815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3EAD48-6C52-46BE-8417-DC4F412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958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12. test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E6BB9A-9D7B-4F6C-8503-DDB6521A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006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validate status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17DD0C-C932-459D-8AC0-2DFCB312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400300"/>
            <a:ext cx="38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BE6D4B-8FCD-4BD8-9A71-909DF3AC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809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1F04A5-C38C-456E-921F-B3AD361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829050"/>
            <a:ext cx="38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F827F0-5102-4856-9079-64E56DB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42386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81DB1E-0E12-4874-B25B-5379B59A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07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E48B1F-E78B-4A9C-8B94-41961A58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92085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F9734-5A86-4330-B81B-660D1978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45E1B-0BB4-43F7-B006-F31F18B2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B953B-FA73-428B-B179-0749F7AE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Descriptor and completion entries are compact hardware-facing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28541-4A69-48A6-A977-B034946D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8577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D39ED-0814-49D9-BA7C-959405A9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SQ descriptor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E708A-FD03-40A1-809D-52AD4C41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95475"/>
            <a:ext cx="4591050" cy="383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opcode: select op such as GEMM_F32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flags: READY bit and future controls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input_addr: DMA address of request/input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output_addr: DMA address of output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len: request or transfer size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status/result: device writes outcome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rsvd0: command id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rsvd1/rsvd2/rsvd3: extra DMA addrs or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37BE8-F0E1-43E2-BE5E-8F8992B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0957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5503E-964D-4DDD-BE7D-897AAC4E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90675"/>
            <a:ext cx="382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CQ completion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90464-FD96-4B70-9AB6-247C8E71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95475"/>
            <a:ext cx="3829050" cy="383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command_id: matches descriptor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opcode: completed operation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backend: DMA, VECTOR, TENSOR, SCALAR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status: COMPLETE or error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result: checksum or op-specific value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q_head: device queue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39FC2-625D-48C6-96B8-F2772776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99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CC230-F169-4F8E-B29C-537AF524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EB515-354F-41EC-9DCB-15EEAA7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242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device executes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7F919-FA62-4C8C-B2D5-BB764385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FD3E0-C9A4-4795-92E6-52F5CF0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89217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9D990-F624-434D-83B0-D5E742A2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0C191-6ACD-4619-80A1-8F76EC86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3E158-7200-472A-A91D-4855A081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GEMM shows the complete control and data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E8126-5CF8-4B0E-B9E1-83E5B255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66875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6DAF3-BACB-496B-9D41-4A4CBB6E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Guest A buffer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2A670-1829-46AB-AC07-D24CBC13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input_dma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matrix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6D76B-7D9F-49C4-881D-BF788BA8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9E331-CB8F-4819-81EF-994852AA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Guest B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587A4-76B9-4774-AD8B-71FCC7D2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input_b_dma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matrix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B3343-8CDC-4B83-AD2C-BD6B3FA7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24125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74987-716D-44B0-8019-47E48E87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38425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QEMU 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78CC2-7157-4CAC-8790-91A7B549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43225"/>
            <a:ext cx="1924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float/u32 *A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float/u32 *B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float/u32 *C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FB387-9DC9-4EC3-A813-CA312B2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614EB-DA78-452F-AA1F-88B7A2C1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52675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Tensor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36470-7B94-4778-B699-A6AC1FE4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57475"/>
            <a:ext cx="21145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for row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  for col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    for inner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      sum += A * B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optional bias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462A5-19F7-4479-A419-703C3010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81300"/>
            <a:ext cx="152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49FB7-DD5D-417D-8DBB-49E0F96A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95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Guest C buffer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21C6E-1864-4189-91A2-4E057E7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output_dma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result 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3F45C-AD20-478E-A9E8-A42369ED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DB4C5-8332-4D9D-9698-1D6D3E96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145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DB528-FBCC-417B-8ADF-43B8E3F8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24100"/>
            <a:ext cx="904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pci_dma_read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390FE-675D-411A-A1BD-C9F36642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719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73A985-6F64-4FEE-932A-55E6E7BD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E3AB7-7D49-496C-B38A-A7DEDF2D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904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pci_dma_read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DE61E-40EA-4E8C-AA03-9DD79CA1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904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C206E-FADD-4DC3-BA7C-E5C9DA1C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62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D0CB5-20C1-42CE-BB75-B59EA554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ptrs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A801CF-E05E-4F12-9453-CD71F5CA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C2EFF-0B44-4C94-84C1-61C3ECF2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623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7D4B66-F7A1-4642-8D6B-3F3A4BB4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pci_dma_write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96A77-8CB6-466A-926C-8FC0CB7E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10125"/>
            <a:ext cx="5657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9525">
            <a:solidFill>
              <a:srgbClr val="26334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DBFA6-8EF3-4718-A266-29031A32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62525"/>
            <a:ext cx="5314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EF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EFB"/>
                </a:solidFill>
                <a:latin typeface="Consolas"/>
                <a:ea typeface="Consolas"/>
                <a:cs typeface="Consolas"/>
              </a:rPr>
              <a:t>C = [[19, 22], [43, 50]]</a:t>
            </a:r>
          </a:p>
          <a:p xmlns:a="http://schemas.openxmlformats.org/drawingml/2006/main">
            <a:pPr algn="l">
              <a:defRPr sz="975" b="0">
                <a:solidFill>
                  <a:srgbClr val="E5EEF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EFB"/>
                </a:solidFill>
                <a:latin typeface="Consolas"/>
                <a:ea typeface="Consolas"/>
                <a:cs typeface="Consolas"/>
              </a:rPr>
              <a:t>sum(C) = 134 = 0x00000086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58ABC0-42DE-41ED-96E8-0A9FBED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F3FA52-DF84-4B28-B6D8-D4F2DF39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81428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31E52-3321-4459-8DD5-D8288F92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2489E-A472-44FD-BDBF-CC7C1035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4FC9B-DB3B-41C3-8AF7-4E7F51B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Opcode routing makes backend responsibility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D2E9F-3411-4366-9205-2DB2C604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95453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8E55-2283-4680-A310-05143D86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609725"/>
            <a:ext cx="178308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8EE5E-9C44-4A71-8D04-BA263C46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1543050"/>
            <a:ext cx="45605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9B77C-5F65-4177-A0F8-D9A3F895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1609725"/>
            <a:ext cx="43891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opcodes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6A11C-8670-41B2-B64D-0D7F77E3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543050"/>
            <a:ext cx="4343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4F3B5-A4FB-46E9-8B95-3A3B6B3E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609725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8911F-A1DC-411A-9C02-C31438D3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95453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FC1B2-15D6-4D71-9E6F-58781F05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57425"/>
            <a:ext cx="178308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DMA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981AE-09D4-4A1A-98C0-03B583A5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190750"/>
            <a:ext cx="45605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9CE38-CE84-40EF-A515-8E92E386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2257425"/>
            <a:ext cx="43891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DMA_COPY, MODEL_LOAD, MODEL_QUERY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C62DF-7630-4F84-990B-ACA7F267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343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B6FD2-8BC0-4FA6-BE01-0A8E0194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57425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metadata movement and guest memory copy semantics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05E5B-5287-41CF-B8A9-877B1402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95453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54D6C-9075-4DBD-8188-9C3253DD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05125"/>
            <a:ext cx="178308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SCALAR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DD35F-AF08-4523-B9C2-8FFE3E9C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838450"/>
            <a:ext cx="45605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34FE1-0094-459C-B1E0-58981164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2905125"/>
            <a:ext cx="43891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VEC_ADD_U32, DOT_U32, SOFTMAX_Q16, POOL_MAX_U32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A0FEB-C1EA-4CE1-A584-D42B407E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38450"/>
            <a:ext cx="4343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EBCA9-2F82-4F0F-A4B4-EB95220C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05125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kernel metadata validation plus simple kernels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0B374-759B-41F5-8B58-E3806F9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95453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2140B6-B57E-407B-9B50-1FB76A2F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52825"/>
            <a:ext cx="178308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VECTOR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459F6-9540-468B-8565-85E728C4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3486150"/>
            <a:ext cx="45605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BA1FA-457F-40F3-9AB2-D4A04E85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3552825"/>
            <a:ext cx="43891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EMBED, RMSNORM, ROPE, ADD, SWIGLU, ARGMAX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E1883-A64A-4E35-8B26-481369CC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4343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202025-93B4-4CFB-9D7A-C2F8DCCA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52825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elementwise, normalization, token/vector transforms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49160-7DE1-455F-86DF-EF0F34BF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95453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EEE507-CCF5-457E-8814-ADB2BC34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00525"/>
            <a:ext cx="178308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TENSOR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C1741-E0AC-4E26-9C1C-1A6A2AEF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4133850"/>
            <a:ext cx="45605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9121A9-6B7D-4E6D-AC49-7BE67A9E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4200525"/>
            <a:ext cx="43891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GEMM, LM_HEAD, GQA_ATTENTION, CONV2D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C667F1-51D6-40FE-BAA1-6674FDE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33850"/>
            <a:ext cx="4343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CB41EB-9E72-498C-A954-BC6DB926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00525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matrix and attention style compute blocks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EEF79A-39E5-46FC-B48B-E445BF7D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95453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88702F-B4C6-4AD2-BE07-6B397F5F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48225"/>
            <a:ext cx="178308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132033"/>
                </a:solidFill>
                <a:latin typeface="Consolas"/>
                <a:ea typeface="Consolas"/>
                <a:cs typeface="Consolas"/>
              </a:rPr>
              <a:t>COMPAT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FE7519-754B-4A88-8F38-807848D4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4781550"/>
            <a:ext cx="456057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A4BD69-AFC2-460B-AF7A-6B68EFFD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4848225"/>
            <a:ext cx="438912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INFER_XOR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3FFC12-5D08-45E0-8599-CFB74CD3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81550"/>
            <a:ext cx="4343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B07A6C-CBBD-4FF9-A018-BDE06B7F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48225"/>
            <a:ext cx="417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32033"/>
                </a:solidFill>
                <a:latin typeface="Aptos"/>
                <a:ea typeface="Aptos"/>
                <a:cs typeface="Aptos"/>
              </a:rPr>
              <a:t>legacy smoke path for initial bring-up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ED2546-71FA-407D-B2F8-D02EC213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The backend id is written into every CQ entry, so tests can verify the intended hardware path.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95012D-0B24-4C74-B84D-8CDD221D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92E03D-6A53-4495-8E03-F8ECE962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81940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0CEAD9-B7C0-4602-8914-6D2EA205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C5DEA-D1B6-4636-9F73-EDBC57D1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7F725-DEC1-4767-B88A-9263B844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Qwen per-op path executes the transformer graph as hardware 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1C784-633B-4ECD-A242-CBBBC630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254FF-3827-48B8-A558-D3BD1934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token 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B2D08-64BF-454F-9E56-9C3EDA3E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478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186E5-28DD-4B6C-8F5E-1CD4BB4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D92F6-0663-4E6D-B3BE-6887E7B4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954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54BEF-E83F-4CE4-8D67-9B9BA4E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09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embed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ABB15-006F-40A3-8115-30B2E5BD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478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A931E-0AB9-4F3E-8315-DB073260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90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4C238-D134-4739-B802-B38F9F04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301AD-8495-4975-AAF4-C588DF6F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09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RMSNorm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7A445-2CE8-4205-A413-8EB3DE2D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478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7F279-C4E7-459B-98C3-B73BC533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90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020BC-3FA5-4829-AA29-07D6F8D8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954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9DA26-80D7-4BE6-8714-E69495C3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09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Q/K/V GEMM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C0FCE-5AF0-490E-A6D9-37A07E3A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478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54644-C49E-44BE-9536-5178CCB0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90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84BAA-73CC-4C2C-8BF5-86DFD467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8062B-239A-4C8A-9B6C-599948CB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60A78-D9D5-4476-9443-B09141C0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F32B0-60D7-4453-A29E-A6E03AD7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90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50A44-A33B-4020-B1E6-8D9B56CC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C0616-0152-4382-BF73-1BB272D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GQA attention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4D44D-1459-418D-BD44-47BFFBED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478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E597C6-B78F-4863-BDB1-C18CE6DB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907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56780A-F428-4795-8637-3037EF7A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79554-ADE1-465A-AB17-FEE4477F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O GEMM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02AE4B-C01C-48D8-A802-43AEC027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F296A-081B-4852-9099-424D9D06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residual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2A63A5-56CB-427A-8DB8-468D5996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909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A228AA-15D8-45FD-A168-D140D424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33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EE65FD-1093-4CC7-80C6-3865C47B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C5BCDC-1343-4662-9076-7BA4AF75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28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MLP GEMMs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10DEB1-17CB-4C06-B054-E12EA3CF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909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F045E1-D0FF-40CD-A410-124EDC94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33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B3457D-0A6D-434F-8302-5FCB00F8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4A4567-7306-44EC-B8EC-6A0C22F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SwiGLU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639E18-123D-4367-BFF1-D20F524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909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AFE490-50E5-44F1-A7DC-1116AC2B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33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F24DD5-60A9-4FDA-815C-E5928CB3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385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D44414-3A35-4271-8690-CD8C0595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528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down GEMM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78FE63-0931-4B14-9AA1-D5C0B060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909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C9DAC3-06A9-4F61-8F73-359274E4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33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981A83-65F5-4486-A4DB-0399B00E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385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49622F-44AE-49EA-9439-986950C7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LM head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438FA6-8EE9-49A0-AB97-AB35C301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909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F86345-B77A-43B3-90EF-300C448D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33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5C17E2-82EC-4D49-93A9-F062BE22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1257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EBE169-CA9B-450B-B752-E8AEC99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99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argmax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F7E9DF-DA6A-4B38-959A-4D089C9A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38400"/>
            <a:ext cx="38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D5B337-C76F-4810-BF58-C34463C6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24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8EA1E7-34E2-4A8F-A16A-91F4B99A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AF66A3-34D8-495F-A011-5E6C3F6F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24 layers | hidden 896 | heads 14 | KV heads 2 | head_dim 64 | intermediate 4864 | vocab 151936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536875-E08E-4E09-8468-F0812C59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11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901EF0-3577-4A67-B1EA-89CC7969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88475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FE97F-15CD-4E60-BEA6-78C80DCA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13265-5D84-44FA-9239-AFA1DF83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virt-llm V1.0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BFA45-3DDB-4E0E-B6B6-B3766430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Run V1.0 validation and read the GEMM result as an end-to-end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1C517-94F0-46DA-A6B4-E58B9DAB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334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26334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C4F02-8043-4B4A-ABF7-90C10BB2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49911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EF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EFB"/>
                </a:solidFill>
                <a:latin typeface="Consolas"/>
                <a:ea typeface="Consolas"/>
                <a:cs typeface="Consolas"/>
              </a:rPr>
              <a:t>cd /home/qemu/qemu/build</a:t>
            </a:r>
          </a:p>
          <a:p xmlns:a="http://schemas.openxmlformats.org/drawingml/2006/main">
            <a:pPr algn="l">
              <a:defRPr sz="975" b="0">
                <a:solidFill>
                  <a:srgbClr val="E5EEF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EFB"/>
                </a:solidFill>
                <a:latin typeface="Consolas"/>
                <a:ea typeface="Consolas"/>
                <a:cs typeface="Consolas"/>
              </a:rPr>
              <a:t>ninja qemu-system-riscv32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5EEF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EFB"/>
                </a:solidFill>
                <a:latin typeface="Consolas"/>
                <a:ea typeface="Consolas"/>
                <a:cs typeface="Consolas"/>
              </a:rPr>
              <a:t>cd /home/qemu/linux-6.12</a:t>
            </a:r>
          </a:p>
          <a:p xmlns:a="http://schemas.openxmlformats.org/drawingml/2006/main">
            <a:pPr algn="l">
              <a:defRPr sz="975" b="0">
                <a:solidFill>
                  <a:srgbClr val="E5EEF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EFB"/>
                </a:solidFill>
                <a:latin typeface="Consolas"/>
                <a:ea typeface="Consolas"/>
                <a:cs typeface="Consolas"/>
              </a:rPr>
              <a:t>make ARCH=riscv CROSS_COMPILE=riscv64-linux-gnu- \</a:t>
            </a:r>
          </a:p>
          <a:p xmlns:a="http://schemas.openxmlformats.org/drawingml/2006/main">
            <a:pPr algn="l">
              <a:defRPr sz="975" b="0">
                <a:solidFill>
                  <a:srgbClr val="E5EEF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EFB"/>
                </a:solidFill>
                <a:latin typeface="Consolas"/>
                <a:ea typeface="Consolas"/>
                <a:cs typeface="Consolas"/>
              </a:rPr>
              <a:t>  O=/home/qemu/linux-6.12-build-rv32 -j32 Image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5EEF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EFB"/>
                </a:solidFill>
                <a:latin typeface="Consolas"/>
                <a:ea typeface="Consolas"/>
                <a:cs typeface="Consolas"/>
              </a:rPr>
              <a:t>cd /mnt/c/Users/Admin/Documents/Codex/qemu</a:t>
            </a:r>
          </a:p>
          <a:p xmlns:a="http://schemas.openxmlformats.org/drawingml/2006/main">
            <a:pPr algn="l">
              <a:defRPr sz="975" b="0">
                <a:solidFill>
                  <a:srgbClr val="E5EEFB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5EEFB"/>
                </a:solidFill>
                <a:latin typeface="Consolas"/>
                <a:ea typeface="Consolas"/>
                <a:cs typeface="Consolas"/>
              </a:rPr>
              <a:t>./run_virt_llm_validation.sh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081E3-9718-4254-B445-F8F6BAEA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04950"/>
            <a:ext cx="4572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EB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CAA76-DE74-417E-8B03-DBBC4D6B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192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5803D"/>
                </a:solidFill>
                <a:latin typeface="Aptos Display"/>
                <a:ea typeface="Aptos Display"/>
                <a:cs typeface="Aptos Display"/>
              </a:rPr>
              <a:t>Expected GEMM 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35CD7-FDB8-4A0C-B321-833FCD55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43053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gemm ok: m=2 n=2 k=2 checksum=0x00000086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D9FC5-D396-4C63-B1AE-0CFAB150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57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B3A74-E35A-401C-A7D0-CEAFF4EB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956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CF825-9D78-47F5-A0C2-4C48E462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0450"/>
            <a:ext cx="4305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A and B were DMA-read from guest memory.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Tensor backend computed C.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 was DMA-written to guest output.</a:t>
            </a:r>
          </a:p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CQ reported COMPLETE with checksum 0x86.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9B084-C121-410D-8BF5-818C6BD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BCD70-DE20-4919-9384-097488A0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1040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Release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B5C9A-4300-4E61-8FEE-E10C625E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40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26173"/>
                </a:solidFill>
                <a:latin typeface="Aptos"/>
                <a:ea typeface="Aptos"/>
                <a:cs typeface="Aptos"/>
              </a:rPr>
              <a:t>QEMU tag V1.0 includes this overview document. Linux tag V1.0 points at the matching driver/UAPI/runtime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4F7FE-CED5-4DD1-BF97-44E78DC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V1.0 release overview  |  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73EB7-23D7-4C31-B430-7AAF25B0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627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4973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2026-05-24T01:54:10.9080000Z</dcterms:created>
  <dcterms:modified xsi:type="dcterms:W3CDTF">2026-05-24T01:54:10.9090000Z</dcterms:modified>
</coreProperties>
</file>